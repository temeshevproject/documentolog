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Интеграция SimBASE и Documentolog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Единый процесс входящей и исходящей корреспонденции</a:t>
            </a:r>
          </a:p>
          <a:p>
            <a:r>
              <a:t>10.09.2026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Зачем это нужно?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Сегодня сотрудники ведут одно письмо в двух системах: SimBASE и Documentolog.</a:t>
            </a:r>
          </a:p>
          <a:p>
            <a:pPr>
              <a:defRPr sz="2000">
                <a:latin typeface="Calibri"/>
              </a:defRPr>
            </a:pPr>
            <a:r>
              <a:t>SimBASE — вся внутренняя работа; Documentolog — единственный канал к внешнему миру (ЕСЭДО, КЦОЭД).</a:t>
            </a:r>
          </a:p>
          <a:p>
            <a:pPr>
              <a:defRPr sz="2000">
                <a:latin typeface="Calibri"/>
              </a:defRPr>
            </a:pPr>
            <a:r>
              <a:t>Из-за отсутствия шлюза ЕСЭДО в SimBASE внешняя переписка «застряла» в Documentolog.</a:t>
            </a:r>
          </a:p>
          <a:p>
            <a:pPr>
              <a:defRPr sz="2000">
                <a:latin typeface="Calibri"/>
              </a:defRPr>
            </a:pPr>
            <a:r>
              <a:t>Повторное согласование и регистрация отнимают время и создают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Как работает сейчас (AS-IS)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Исходящее: согласовали в SimBASE → вручную в Documentolog → снова согласование → отправка.</a:t>
            </a:r>
          </a:p>
          <a:p>
            <a:pPr>
              <a:defRPr sz="2000">
                <a:latin typeface="Calibri"/>
              </a:defRPr>
            </a:pPr>
            <a:r>
              <a:t>Входящее: пришло в Documentolog → регистрация → вручную в SimBASE → снова согласование.</a:t>
            </a:r>
          </a:p>
          <a:p>
            <a:pPr>
              <a:defRPr sz="2000">
                <a:latin typeface="Calibri"/>
              </a:defRPr>
            </a:pPr>
            <a:r>
              <a:t>Офис-менеджеры и инициаторы постоянно переключаются между системами.</a:t>
            </a:r>
          </a:p>
          <a:p>
            <a:pPr>
              <a:defRPr sz="2000">
                <a:latin typeface="Calibri"/>
              </a:defRPr>
            </a:pPr>
            <a:r>
              <a:t>Нет единой картины: где письмо, на каком этапе, кто ответственный.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предлагаем (TO-BE)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SimBASE — единое рабочее место для всех по входящей и исходящей корреспонденции.</a:t>
            </a:r>
          </a:p>
          <a:p>
            <a:pPr>
              <a:defRPr sz="2000">
                <a:latin typeface="Calibri"/>
              </a:defRPr>
            </a:pPr>
            <a:r>
              <a:t>Documentolog остаётся: это «двигатель» обмена с госорганами и контрагентами.</a:t>
            </a:r>
          </a:p>
          <a:p>
            <a:pPr>
              <a:defRPr sz="2000">
                <a:latin typeface="Calibri"/>
              </a:defRPr>
            </a:pPr>
            <a:r>
              <a:t>Входящие: кнопка «Запросить» → письма попадают в SimBASE → один регламентный БП.</a:t>
            </a:r>
          </a:p>
          <a:p>
            <a:pPr>
              <a:defRPr sz="2000">
                <a:latin typeface="Calibri"/>
              </a:defRPr>
            </a:pPr>
            <a:r>
              <a:t>Исходящие: полный цикл в SimBASE → кнопка «Отправить» → Documentolog уходит во внешку.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Что это даст организации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6699"/>
                </a:solidFill>
              </a:defRPr>
            </a:pPr>
            <a:r>
              <a:t>Эффект для бизнеса</a:t>
            </a:r>
          </a:p>
          <a:p>
            <a:pPr>
              <a:defRPr sz="1800"/>
            </a:pPr>
            <a:r>
              <a:t>Меньше ручного труда делопроизводства</a:t>
            </a:r>
          </a:p>
          <a:p>
            <a:pPr>
              <a:defRPr sz="1800"/>
            </a:pPr>
            <a:r>
              <a:t>Быстрее прохождение писем</a:t>
            </a:r>
          </a:p>
          <a:p>
            <a:pPr>
              <a:defRPr sz="1800"/>
            </a:pPr>
            <a:r>
              <a:t>Меньше ошибок при переносе файлов и реквизитов</a:t>
            </a:r>
          </a:p>
          <a:p>
            <a:pPr>
              <a:defRPr sz="1800"/>
            </a:pPr>
            <a:r>
              <a:t>Прозрачный контроль статусов в одной системе</a:t>
            </a:r>
          </a:p>
          <a:p>
            <a:pPr>
              <a:defRPr sz="1800"/>
            </a:pPr>
            <a:r>
              <a:t>Сотрудники не заходят в Documentolog в рутине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6699"/>
                </a:solidFill>
              </a:defRPr>
            </a:pPr>
            <a:r>
              <a:t>Что не меняется</a:t>
            </a:r>
          </a:p>
          <a:p>
            <a:pPr>
              <a:defRPr sz="1800"/>
            </a:pPr>
            <a:r>
              <a:t>33 лицензии Documentolog — используем как транспорт</a:t>
            </a:r>
          </a:p>
          <a:p>
            <a:pPr>
              <a:defRPr sz="1800"/>
            </a:pPr>
            <a:r>
              <a:t>Юридическая значимость и ЕСЭДО — через Documentolog</a:t>
            </a:r>
          </a:p>
          <a:p>
            <a:pPr>
              <a:defRPr sz="1800"/>
            </a:pPr>
            <a:r>
              <a:t>Внутренние процессы SimBASE — без изменений</a:t>
            </a:r>
          </a:p>
          <a:p>
            <a:pPr>
              <a:defRPr sz="1800"/>
            </a:pPr>
            <a:r>
              <a:t>Отказ от Documentolog не требуется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Ключевые сценарии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Входящее: Documentolog принял письмо → офис-менеджер «Запросить» → регистрация и маршрут в SimBASE.</a:t>
            </a:r>
          </a:p>
          <a:p>
            <a:pPr>
              <a:defRPr sz="2000">
                <a:latin typeface="Calibri"/>
              </a:defRPr>
            </a:pPr>
            <a:r>
              <a:t>Исходящее: согласование и подписание в SimBASE → «Отправить через Documentolog» → мониторинг статуса.</a:t>
            </a:r>
          </a:p>
          <a:p>
            <a:pPr>
              <a:defRPr sz="2000">
                <a:latin typeface="Calibri"/>
              </a:defRPr>
            </a:pPr>
            <a:r>
              <a:t>Повторное согласование в Documentolog исключается по дизайну.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Риски и как их снимаем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API Documentolog для входящих и ЕСЭДО — согласуем на старте с вендором (workshop).</a:t>
            </a:r>
          </a:p>
          <a:p>
            <a:pPr>
              <a:defRPr sz="2000">
                <a:latin typeface="Calibri"/>
              </a:defRPr>
            </a:pPr>
            <a:r>
              <a:t>Двойные номера — учётный номер в SimBASE, Documentolog только для транспорта.</a:t>
            </a:r>
          </a:p>
          <a:p>
            <a:pPr>
              <a:defRPr sz="2000">
                <a:latin typeface="Calibri"/>
              </a:defRPr>
            </a:pPr>
            <a:r>
              <a:t>Подписание ЭЦП — по возможности из SimBASE (iframe/API), без второго маршрута.</a:t>
            </a:r>
          </a:p>
          <a:p>
            <a:pPr>
              <a:defRPr sz="2000">
                <a:latin typeface="Calibri"/>
              </a:defRPr>
            </a:pPr>
            <a:r>
              <a:t>Пилот на ограниченном потоке перед полным отключением рутинного UI Documentolog.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Этапы и решение для руководства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000">
                <a:latin typeface="Calibri"/>
              </a:defRPr>
            </a:pPr>
            <a:r>
              <a:t>Этап 0–1: обследование + согласование API с Documentolog (2–4 недели — уточнить с исполнителем).</a:t>
            </a:r>
          </a:p>
          <a:p>
            <a:pPr>
              <a:defRPr sz="2000">
                <a:latin typeface="Calibri"/>
              </a:defRPr>
            </a:pPr>
            <a:r>
              <a:t>Этап 2–4: проектирование, разработка интеграции, настройка двух БП в SimBASE.</a:t>
            </a:r>
          </a:p>
          <a:p>
            <a:pPr>
              <a:defRPr sz="2000">
                <a:latin typeface="Calibri"/>
              </a:defRPr>
            </a:pPr>
            <a:r>
              <a:t>Этап 5: пилот с делопроизводством и офис-менеджментом.</a:t>
            </a:r>
          </a:p>
          <a:p>
            <a:pPr>
              <a:defRPr sz="2000">
                <a:latin typeface="Calibri"/>
              </a:defRPr>
            </a:pPr>
            <a:r>
              <a:t>Решение: утвердить концепцию TO-BE, назначить владельца процесса и выделить рабочую группу (ИТ, канцелярия, Documentolog, SimBASE).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Итог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Одна система для людей — SimBASE.</a:t>
            </a:r>
          </a:p>
          <a:p>
            <a:r>
              <a:t>Один канал во внешний мир — Documentolog.</a:t>
            </a:r>
          </a:p>
          <a:p>
            <a:r>
              <a:t>Один раз согласуем — один раз отправим.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